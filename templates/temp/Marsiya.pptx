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Open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OpenSans-boldItalic.fntdata"/><Relationship Id="rId9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OpenSans-regular.fntdata"/><Relationship Id="rId8" Type="http://schemas.openxmlformats.org/officeDocument/2006/relationships/font" Target="fonts/Open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lation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256373" y="1304693"/>
            <a:ext cx="11613735" cy="2205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400"/>
              <a:buFont typeface="Open Sans"/>
              <a:buNone/>
              <a:defRPr b="1" sz="54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238499" y="3847171"/>
            <a:ext cx="8985399" cy="1639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238500" y="6356350"/>
            <a:ext cx="5648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l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l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l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l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l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l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l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l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117379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2499359"/>
            <a:ext cx="10515600" cy="3677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ctrTitle"/>
          </p:nvPr>
        </p:nvSpPr>
        <p:spPr>
          <a:xfrm>
            <a:off x="256373" y="1304693"/>
            <a:ext cx="11613735" cy="2205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400"/>
              <a:buFont typeface="Open Sans"/>
              <a:buNone/>
            </a:pPr>
            <a:r>
              <a:rPr lang="en-CA">
                <a:latin typeface="Open Sans"/>
                <a:ea typeface="Open Sans"/>
                <a:cs typeface="Open Sans"/>
                <a:sym typeface="Open Sans"/>
              </a:rPr>
              <a:t>ENGLISH</a:t>
            </a:r>
            <a:endParaRPr/>
          </a:p>
        </p:txBody>
      </p:sp>
      <p:sp>
        <p:nvSpPr>
          <p:cNvPr id="25" name="Google Shape;25;p3"/>
          <p:cNvSpPr txBox="1"/>
          <p:nvPr>
            <p:ph idx="1" type="subTitle"/>
          </p:nvPr>
        </p:nvSpPr>
        <p:spPr>
          <a:xfrm>
            <a:off x="238499" y="3847171"/>
            <a:ext cx="8985399" cy="1639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en-CA"/>
              <a:t>URDU</a:t>
            </a:r>
            <a:endParaRPr/>
          </a:p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Marshia Translations | ISIJ of Toronto </a:t>
            </a:r>
            <a:endParaRPr/>
          </a:p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238500" y="6356350"/>
            <a:ext cx="5648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