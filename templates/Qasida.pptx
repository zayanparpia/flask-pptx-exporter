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273131" y="1371599"/>
            <a:ext cx="11645738" cy="2138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6600"/>
              <a:buFont typeface="Arial"/>
              <a:buNone/>
              <a:defRPr b="1" sz="5400">
                <a:solidFill>
                  <a:srgbClr val="E4C0A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8601" y="3912327"/>
            <a:ext cx="8955576" cy="1648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4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B1B0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0356" y="6356350"/>
            <a:ext cx="8290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11737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2499359"/>
            <a:ext cx="10515600" cy="3677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B1B0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273131" y="1371599"/>
            <a:ext cx="11645738" cy="2138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  <a:buSzPts val="6600"/>
              <a:buNone/>
            </a:pPr>
            <a:r>
              <a:rPr lang="en-CA"/>
              <a:t>ENGLISH</a:t>
            </a:r>
            <a:endParaRPr/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28601" y="3912327"/>
            <a:ext cx="8955576" cy="1648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  <a:buSzPts val="5400"/>
              <a:buNone/>
            </a:pPr>
            <a:r>
              <a:rPr lang="en-CA"/>
              <a:t>URDU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