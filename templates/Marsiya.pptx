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4"/>
  </p:sldMasterIdLst>
  <p:notesMasterIdLst>
    <p:notesMasterId r:id="rId5"/>
  </p:notesMasterIdLst>
  <p:sldIdLst>
    <p:sldId id="256" r:id="rId6"/>
  </p:sldIdLst>
  <p:sldSz cy="6858000" cx="12192000"/>
  <p:notesSz cx="6858000" cy="9144000"/>
  <p:embeddedFontLst>
    <p:embeddedFont>
      <p:font typeface="Open Sans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font" Target="fonts/OpenSans-boldItalic.fntdata"/><Relationship Id="rId9" Type="http://schemas.openxmlformats.org/officeDocument/2006/relationships/font" Target="fonts/Open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OpenSans-regular.fntdata"/><Relationship Id="rId8" Type="http://schemas.openxmlformats.org/officeDocument/2006/relationships/font" Target="fonts/OpenSans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CA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" name="Google Shape;2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lation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256373" y="1304693"/>
            <a:ext cx="11613735" cy="22052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400"/>
              <a:buFont typeface="Open Sans"/>
              <a:buNone/>
              <a:defRPr b="1" sz="5400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238499" y="3847171"/>
            <a:ext cx="8985399" cy="16392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1" sz="4000">
                <a:latin typeface="Open Sans"/>
                <a:ea typeface="Open Sans"/>
                <a:cs typeface="Open Sans"/>
                <a:sym typeface="Open Sans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"/>
          <p:cNvSpPr txBox="1"/>
          <p:nvPr>
            <p:ph idx="11" type="ftr"/>
          </p:nvPr>
        </p:nvSpPr>
        <p:spPr>
          <a:xfrm>
            <a:off x="4038600" y="6356349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2" type="sldNum"/>
          </p:nvPr>
        </p:nvSpPr>
        <p:spPr>
          <a:xfrm>
            <a:off x="238500" y="6356350"/>
            <a:ext cx="5648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117379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2499359"/>
            <a:ext cx="10515600" cy="36776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/>
          <p:nvPr>
            <p:ph idx="11" type="ftr"/>
          </p:nvPr>
        </p:nvSpPr>
        <p:spPr>
          <a:xfrm>
            <a:off x="4038600" y="6356349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CA"/>
              <a:t>Marshia Translations | ISIJ of Toronto </a:t>
            </a:r>
            <a:endParaRPr/>
          </a:p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238500" y="6356350"/>
            <a:ext cx="5648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