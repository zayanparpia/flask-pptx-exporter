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y="6858000" cx="12192000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Relationship Id="rId9" Type="http://schemas.openxmlformats.org/officeDocument/2006/relationships/font" Target="fonts/OpenSans-italic.fntdata"/><Relationship Id="rId10" Type="http://schemas.openxmlformats.org/officeDocument/2006/relationships/font" Target="fonts/OpenSans-boldItalic.fnt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lation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56373" y="1304693"/>
            <a:ext cx="11613735" cy="220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Open Sans"/>
              <a:buNone/>
              <a:defRPr b="1" sz="54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38499" y="3847171"/>
            <a:ext cx="8985399" cy="1639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11737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2499359"/>
            <a:ext cx="10515600" cy="3677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Marshia Translations | ISIJ of Toronto </a:t>
            </a:r>
            <a:endParaRPr/>
          </a:p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Zahra (a.s) placed her hand on her side and said this: “My Mohsin is no more.”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Haat pehlu pe rakha, aur yeh Zahra ne kaha, mera mohsin na raha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ribs are broken, the door fell in such a way, my Mohsin is no more.”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Pasliya tut gayi, aisay darwaza gira, mera Mohsin na raha 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“I have no grief for the breaking of my ribs.”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Pasliya tut ne ka gham he, nhi mujh ko koi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“This darling of mine has died today in my side (womb).”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Qatl pehlu mai howe aaj, yeh ik jaan meri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“He is dead while I live, just this is the calamity for me.”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Jeete ji maar gaya, mujhko bus yeh sadma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“Seeing that I was crying under the door,”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Dekha darwaze k niche jo, mujhe rote howe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“Constantly stepping on the door, the oppressor went.”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Pao darwaze pe rak rak ke, sitamgar guzre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“Even in such pain, I only gave this cry:”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Kitni takleef mai bhi, Maine bus Dee yeh sada…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When Fizza came and removed the door from Zahra’s (a.s) side,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Dar jo pehlu se wo fizza ne, hataya aakar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Zahra (a.s) said to her, “Go and take care of my children.”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Boli Zahra mere baccho’n ko, sambhalo Jaa kar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situation is difficult enough, how did this oppression happen?”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Itna mushkil hai bhot, zulm yeh kaisa howa…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When the rope was tied around Ali’s (a.s) neck and was pulled,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Jab rasan baand ke gardan se, Ali ko ke’ncha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When Zahra came to save him from the oppressor,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Aayi zalim se bachne ke liye jab Zehra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She bore whip lashes, and did not say to Ali (a.s),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Taziyana bhi saha, aur Ali se na kaha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Even now, O Zeeshan, this call comes from Jannatul Baqi: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Ab bhi Zeeshan yeh aati hai, baqiya se 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“I will tell my Mehdi (a.j.t.s) when he comes,”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Apne mehdi ko bataugi, wo jab aayega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“How much pain I endured, the greatest sorrow is this:”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Kitne dukh maine sahe, gham hai yeh sab se bada…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